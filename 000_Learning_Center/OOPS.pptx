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1" autoAdjust="0"/>
    <p:restoredTop sz="94660"/>
  </p:normalViewPr>
  <p:slideViewPr>
    <p:cSldViewPr snapToGrid="0">
      <p:cViewPr varScale="1">
        <p:scale>
          <a:sx n="98" d="100"/>
          <a:sy n="98" d="100"/>
        </p:scale>
        <p:origin x="9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44F31-88AD-EFBE-31B8-DD87A0192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FA0C11-52CF-DDD5-8663-B0F7290E2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E7B9F-7C15-9567-0050-8618FEEB9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C35C-8C29-4DE2-BC3C-53A87CCDDFC6}" type="datetimeFigureOut">
              <a:rPr lang="en-US" smtClean="0"/>
              <a:t>17-Jun-26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172AB-E21F-21BC-4B18-1E27D965F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5FDD8-FA7B-9F92-F5EA-15A1E82B6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56A5-F676-4A07-9E10-4012444E4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17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6EB9B-90A7-5169-CC8A-53D02C719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B2DB0-79EA-2BAC-FB16-71C9C0C55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8493B-5DF7-AF23-F6C3-393D59592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C35C-8C29-4DE2-BC3C-53A87CCDDFC6}" type="datetimeFigureOut">
              <a:rPr lang="en-US" smtClean="0"/>
              <a:t>17-Jun-26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B4A4A-48C5-A95D-D01F-9B954B34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DF52B-5E7D-AD8F-D168-5024B7B38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56A5-F676-4A07-9E10-4012444E4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0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FC8AC-B4F0-2EAC-3A3A-C27C17FFF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F90D6-BE13-5E1E-3310-123C3AB74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DD1F2-B780-6134-A422-B1F0CDFF5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C35C-8C29-4DE2-BC3C-53A87CCDDFC6}" type="datetimeFigureOut">
              <a:rPr lang="en-US" smtClean="0"/>
              <a:t>17-Jun-26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CBE36-0B76-7533-1E26-5696FC00C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72ED-522A-4650-8C3A-2B1A33F0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56A5-F676-4A07-9E10-4012444E4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145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11261-7DC9-FA1F-6D2C-741A98D9D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3BC7F-FFA9-BDF1-87E9-0A3CB1984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0AD10-CD27-5D63-0499-360DF997A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5EC81-F532-03CF-A252-9B8D6F668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C35C-8C29-4DE2-BC3C-53A87CCDDFC6}" type="datetimeFigureOut">
              <a:rPr lang="en-US" smtClean="0"/>
              <a:t>17-Jun-26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48855-5CCC-1C93-7B5D-AE6D6E296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30AED5-94B6-EBC5-FC6C-60EDEA37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56A5-F676-4A07-9E10-4012444E4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38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F733-0749-B56D-EE66-2441B0D23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53BA6-D9D5-7D7F-9748-18DE630BF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BD23F-1F3A-7512-977A-C259B9F16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6DA868-0230-86E7-070F-14B7A30C9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1FE585-EC08-B22D-AF24-945E4CCB20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4CD017-F1A9-769D-87F5-236D3391E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C35C-8C29-4DE2-BC3C-53A87CCDDFC6}" type="datetimeFigureOut">
              <a:rPr lang="en-US" smtClean="0"/>
              <a:t>17-Jun-26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653BDB-136A-2A90-605B-E73FF7064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3B6F9F-C3A5-A6D0-A4BB-A78E9087C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56A5-F676-4A07-9E10-4012444E4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91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BA692-361C-2244-BFF4-15268E9F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35EAFA-B182-9861-2C5F-50CD59508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C35C-8C29-4DE2-BC3C-53A87CCDDFC6}" type="datetimeFigureOut">
              <a:rPr lang="en-US" smtClean="0"/>
              <a:t>17-Jun-26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A9A753-1C67-53B2-30D7-97D10EA77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DA4C9B-78D5-7C37-7C57-6D639835F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56A5-F676-4A07-9E10-4012444E4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27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0704B1-DDCF-1A6F-572F-0A6511AA8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C35C-8C29-4DE2-BC3C-53A87CCDDFC6}" type="datetimeFigureOut">
              <a:rPr lang="en-US" smtClean="0"/>
              <a:t>17-Jun-26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0B3FB0-8FA1-CB75-A872-6FBF6DF6D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EA1CA-9F1E-988B-FEB3-C82D5671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56A5-F676-4A07-9E10-4012444E4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153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1C4D-01EF-8FDD-EC90-2E106F72A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B2AF-687F-A8BB-36EA-68E1641C8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957C02-5ED1-3235-0DFD-218392906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EC03E-BCAC-6B80-4BE3-8D539F8ED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C35C-8C29-4DE2-BC3C-53A87CCDDFC6}" type="datetimeFigureOut">
              <a:rPr lang="en-US" smtClean="0"/>
              <a:t>17-Jun-26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16C1A-B6F4-735D-23FF-6BD05BE4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646D3-8B6D-DFF0-0A87-91EA895A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56A5-F676-4A07-9E10-4012444E4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95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F6000-7BBB-ECCB-A890-148C9805E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F2489F-4BF7-DA41-AFD9-3918E04AE0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16B61-31C9-200B-FFDB-A89150C62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643ED-9CD7-54E1-4F91-AECDEA0D1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C35C-8C29-4DE2-BC3C-53A87CCDDFC6}" type="datetimeFigureOut">
              <a:rPr lang="en-US" smtClean="0"/>
              <a:t>17-Jun-26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A136C-1DA9-3913-F24C-65C112FE6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42FDA-7722-6C3C-3F8B-D02841645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56A5-F676-4A07-9E10-4012444E4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90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15208-8B87-B4C3-56F3-F3887AC41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911E5-FB3C-70D1-D6A6-514592DA0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488AD-9EAD-3A51-1716-910F41A25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C35C-8C29-4DE2-BC3C-53A87CCDDFC6}" type="datetimeFigureOut">
              <a:rPr lang="en-US" smtClean="0"/>
              <a:t>17-Jun-26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E44A4-260A-D51D-A069-4F72CAB2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F1FB5-2BEA-ED5C-44B0-547E5A571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56A5-F676-4A07-9E10-4012444E4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03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C0EA33-9E6B-A3BB-4448-EC8D38C3D1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6AB5A-2C7F-BEB2-5A76-A4E537F6F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64AE6-4AEF-E654-7F8A-872245265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C35C-8C29-4DE2-BC3C-53A87CCDDFC6}" type="datetimeFigureOut">
              <a:rPr lang="en-US" smtClean="0"/>
              <a:t>17-Jun-26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C74F4-2E6A-D5CF-2CEB-E5A35229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E55E6-9B08-B8DC-B8A2-8FB6EC15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56A5-F676-4A07-9E10-4012444E4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675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875433-A654-CFD9-36B4-D0128A7BF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8684F-98BB-68DA-5CCF-1781831A8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2EBD9-5748-3BAA-8AC6-8AF017691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9C35C-8C29-4DE2-BC3C-53A87CCDDFC6}" type="datetimeFigureOut">
              <a:rPr lang="en-US" smtClean="0"/>
              <a:t>17-Jun-26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81875-D292-C21D-4114-F8207FB96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3C26D-36D6-B15E-39D2-7FA23ED99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C156A5-F676-4A07-9E10-4012444E4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16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759CB93A-CDB0-AD1B-D57D-C6E3033D3081}"/>
              </a:ext>
            </a:extLst>
          </p:cNvPr>
          <p:cNvGrpSpPr/>
          <p:nvPr/>
        </p:nvGrpSpPr>
        <p:grpSpPr>
          <a:xfrm>
            <a:off x="301557" y="424719"/>
            <a:ext cx="4134534" cy="6008562"/>
            <a:chOff x="3219855" y="470059"/>
            <a:chExt cx="4134534" cy="600856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31465D6-C72D-1138-B02E-6F8F5076753D}"/>
                </a:ext>
              </a:extLst>
            </p:cNvPr>
            <p:cNvSpPr txBox="1"/>
            <p:nvPr/>
          </p:nvSpPr>
          <p:spPr>
            <a:xfrm>
              <a:off x="3219855" y="470059"/>
              <a:ext cx="4134534" cy="40862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Types of methods in OOPs. 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6E85BA4-BFA3-9EA7-9320-FA543D323518}"/>
                </a:ext>
              </a:extLst>
            </p:cNvPr>
            <p:cNvSpPr/>
            <p:nvPr/>
          </p:nvSpPr>
          <p:spPr>
            <a:xfrm>
              <a:off x="3219855" y="1040860"/>
              <a:ext cx="4134534" cy="5437761"/>
            </a:xfrm>
            <a:prstGeom prst="roundRect">
              <a:avLst>
                <a:gd name="adj" fmla="val 3491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EEB733A-412D-6CED-F64F-68269DDBD1BB}"/>
                </a:ext>
              </a:extLst>
            </p:cNvPr>
            <p:cNvGrpSpPr/>
            <p:nvPr/>
          </p:nvGrpSpPr>
          <p:grpSpPr>
            <a:xfrm>
              <a:off x="3320166" y="1113158"/>
              <a:ext cx="3943979" cy="5271675"/>
              <a:chOff x="3349349" y="1259073"/>
              <a:chExt cx="3943979" cy="5271675"/>
            </a:xfrm>
          </p:grpSpPr>
          <p:sp>
            <p:nvSpPr>
              <p:cNvPr id="5" name="Diamond 4">
                <a:extLst>
                  <a:ext uri="{FF2B5EF4-FFF2-40B4-BE49-F238E27FC236}">
                    <a16:creationId xmlns:a16="http://schemas.microsoft.com/office/drawing/2014/main" id="{C9AD086E-B151-862E-B032-FE11477A71B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49349" y="1259073"/>
                <a:ext cx="1904137" cy="1778000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Are We </a:t>
                </a:r>
                <a:r>
                  <a:rPr lang="en-US" sz="1200" b="1" dirty="0">
                    <a:solidFill>
                      <a:schemeClr val="tx1"/>
                    </a:solidFill>
                  </a:rPr>
                  <a:t>using any instance Variable </a:t>
                </a:r>
                <a:r>
                  <a:rPr lang="en-US" sz="1200" dirty="0">
                    <a:solidFill>
                      <a:schemeClr val="tx1"/>
                    </a:solidFill>
                  </a:rPr>
                  <a:t>in the method</a:t>
                </a: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FF8932D4-B18D-B386-EA3E-391A6FC3F32A}"/>
                  </a:ext>
                </a:extLst>
              </p:cNvPr>
              <p:cNvCxnSpPr>
                <a:stCxn id="5" idx="3"/>
              </p:cNvCxnSpPr>
              <p:nvPr/>
            </p:nvCxnSpPr>
            <p:spPr>
              <a:xfrm>
                <a:off x="5253486" y="2148073"/>
                <a:ext cx="720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B5F00016-DF1A-537F-C5C9-5CA1FC502463}"/>
                  </a:ext>
                </a:extLst>
              </p:cNvPr>
              <p:cNvCxnSpPr>
                <a:cxnSpLocks/>
                <a:stCxn id="5" idx="2"/>
              </p:cNvCxnSpPr>
              <p:nvPr/>
            </p:nvCxnSpPr>
            <p:spPr>
              <a:xfrm>
                <a:off x="4301418" y="3037073"/>
                <a:ext cx="0" cy="7200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9AD29D-6330-180C-7E97-7161D8E5057A}"/>
                  </a:ext>
                </a:extLst>
              </p:cNvPr>
              <p:cNvSpPr txBox="1"/>
              <p:nvPr/>
            </p:nvSpPr>
            <p:spPr>
              <a:xfrm>
                <a:off x="5291891" y="1871074"/>
                <a:ext cx="42877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00B050"/>
                    </a:solidFill>
                  </a:rPr>
                  <a:t>Yes</a:t>
                </a: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8C0134C9-C8D5-41F9-C4D1-0B0562CFFBE7}"/>
                  </a:ext>
                </a:extLst>
              </p:cNvPr>
              <p:cNvSpPr/>
              <p:nvPr/>
            </p:nvSpPr>
            <p:spPr>
              <a:xfrm>
                <a:off x="5973486" y="2013073"/>
                <a:ext cx="1319842" cy="270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Instance Method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C014A6-310E-4CCE-1B4A-8F2BB70AF60E}"/>
                  </a:ext>
                </a:extLst>
              </p:cNvPr>
              <p:cNvSpPr txBox="1"/>
              <p:nvPr/>
            </p:nvSpPr>
            <p:spPr>
              <a:xfrm>
                <a:off x="4305095" y="3152001"/>
                <a:ext cx="38343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FF0000"/>
                    </a:solidFill>
                  </a:rPr>
                  <a:t>No</a:t>
                </a:r>
              </a:p>
            </p:txBody>
          </p:sp>
          <p:sp>
            <p:nvSpPr>
              <p:cNvPr id="14" name="Diamond 13">
                <a:extLst>
                  <a:ext uri="{FF2B5EF4-FFF2-40B4-BE49-F238E27FC236}">
                    <a16:creationId xmlns:a16="http://schemas.microsoft.com/office/drawing/2014/main" id="{3C10FA64-3275-DD4C-1D15-2B343ABAED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49349" y="3762748"/>
                <a:ext cx="1904137" cy="1778000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Are We </a:t>
                </a:r>
                <a:r>
                  <a:rPr lang="en-US" sz="1200" b="1" dirty="0">
                    <a:solidFill>
                      <a:schemeClr val="tx1"/>
                    </a:solidFill>
                  </a:rPr>
                  <a:t>using any Static Variable </a:t>
                </a:r>
                <a:r>
                  <a:rPr lang="en-US" sz="1200" dirty="0">
                    <a:solidFill>
                      <a:schemeClr val="tx1"/>
                    </a:solidFill>
                  </a:rPr>
                  <a:t>in the method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E4F5844E-02D8-1E9B-443F-F0FD06FAC9E4}"/>
                  </a:ext>
                </a:extLst>
              </p:cNvPr>
              <p:cNvCxnSpPr>
                <a:stCxn id="14" idx="3"/>
              </p:cNvCxnSpPr>
              <p:nvPr/>
            </p:nvCxnSpPr>
            <p:spPr>
              <a:xfrm>
                <a:off x="5253486" y="4651748"/>
                <a:ext cx="720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16FFFD9F-F695-9FAB-67F2-15248F73012A}"/>
                  </a:ext>
                </a:extLst>
              </p:cNvPr>
              <p:cNvCxnSpPr>
                <a:cxnSpLocks/>
                <a:stCxn id="14" idx="2"/>
              </p:cNvCxnSpPr>
              <p:nvPr/>
            </p:nvCxnSpPr>
            <p:spPr>
              <a:xfrm>
                <a:off x="4301418" y="5540748"/>
                <a:ext cx="0" cy="7200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762C05-024B-0E6D-0833-8852F4854F6A}"/>
                  </a:ext>
                </a:extLst>
              </p:cNvPr>
              <p:cNvSpPr txBox="1"/>
              <p:nvPr/>
            </p:nvSpPr>
            <p:spPr>
              <a:xfrm>
                <a:off x="5291891" y="4374749"/>
                <a:ext cx="42877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00B050"/>
                    </a:solidFill>
                  </a:rPr>
                  <a:t>Yes</a:t>
                </a: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314F9625-82B3-C222-3510-D556D1237954}"/>
                  </a:ext>
                </a:extLst>
              </p:cNvPr>
              <p:cNvSpPr/>
              <p:nvPr/>
            </p:nvSpPr>
            <p:spPr>
              <a:xfrm>
                <a:off x="5973486" y="4516748"/>
                <a:ext cx="1319842" cy="270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Class Method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EAB3165-5AAE-798B-83AC-87C6FD5AE53D}"/>
                  </a:ext>
                </a:extLst>
              </p:cNvPr>
              <p:cNvSpPr txBox="1"/>
              <p:nvPr/>
            </p:nvSpPr>
            <p:spPr>
              <a:xfrm>
                <a:off x="4288371" y="5735996"/>
                <a:ext cx="38343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FF0000"/>
                    </a:solidFill>
                  </a:rPr>
                  <a:t>No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151081B4-1785-A025-04A6-EB7CC15F93AF}"/>
                  </a:ext>
                </a:extLst>
              </p:cNvPr>
              <p:cNvSpPr/>
              <p:nvPr/>
            </p:nvSpPr>
            <p:spPr>
              <a:xfrm>
                <a:off x="3641496" y="6260748"/>
                <a:ext cx="1319842" cy="270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Static Method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75095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34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Vikram Vadhirajan</dc:creator>
  <cp:lastModifiedBy>Vikram Vadhirajan</cp:lastModifiedBy>
  <cp:revision>2</cp:revision>
  <dcterms:created xsi:type="dcterms:W3CDTF">2026-06-17T13:27:14Z</dcterms:created>
  <dcterms:modified xsi:type="dcterms:W3CDTF">2026-06-17T13:36:15Z</dcterms:modified>
</cp:coreProperties>
</file>